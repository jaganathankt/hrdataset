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0172-3B24-426B-AF2C-5853F9DAE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A8724-9780-E870-BCEF-814F0D2B6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A91A-A750-BC0C-3A34-7B4B7221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D7FE5-57FF-B063-3380-F435F55B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EDABA-6E88-8F3E-84A9-DB61AD51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86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5CF4-D9E8-B48C-1FCE-345D7F47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F012-25E4-56EA-837F-FAAFF80AE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E9BF7-9A9F-591C-445D-9F99D899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5D649-67AB-BBA0-72AB-80E18E41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5AA3-61F2-287F-C112-434C6FBF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12B7-C369-C910-B0FB-9F9D9756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2FDB-CAF7-A1A7-BDA1-6D1F2589C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C9C64-4647-3B46-3244-F4CDB4CF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21DD9-B737-0D72-15A9-C854DA56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B597-91AF-C684-E1AF-BCC6B2D7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3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F392-6E32-7173-027D-2DA92E62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E72A-852F-6215-0FA8-33CBE2ADE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2DB5C-A605-0B37-E398-EBBDCB96B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A71BC-7FB8-1798-B0D4-9592CD5F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54007-E9B2-8195-AFB0-F68E5452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0D70-8027-5F2A-5A17-AC7DFD0B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88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51BA-ADE6-8E66-C773-B815F280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9CEB-44E1-B49B-D930-DFC9609D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14CAB-DD00-3AF5-778F-AC1FDAB7F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46F3E-DE70-6053-C18E-5AACA6FA2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E1E5B-BD56-A738-A69F-C42C4AD07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5F772-5A77-A1B9-37F1-EA61BDA2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8AF42-2846-F75A-B811-115C8ADC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24E28-A099-3A23-5C00-2DA38A99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6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3CAF-74E1-4BED-71BC-324D02FD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B8773-40C4-3219-F827-48618869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91842-1C4E-CB95-E362-50D43651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213DA-7C8C-0BCD-D9BB-88C45940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4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BE26F-FE92-AD67-39A1-FAF06BBB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B6298-3D7E-D31E-41D3-6398F7AC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1B60A-62C3-F9F6-4BA0-88E8440D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86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C49C-8CD9-5087-42C2-B535B9F4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2926-41FC-9035-2FE2-EB9E9BB03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E4160-2DB4-BC61-6F6A-20882C206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D529E-4761-414C-2802-56A4EE16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E1EE3-7530-EF84-3204-D137143C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7884B-57DD-BEAD-7E66-A31302A7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1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3D42-134C-499D-A80B-6AFB6A4E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F56EC-5994-0CAB-585C-484F70DC7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87C4-A163-7A90-1525-B9DB676A3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7A96-5033-79F4-B02A-79901E10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054BC-9B41-9EEE-7209-AFCA0359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1D818-18FB-BF1C-C907-ACAB3EFD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86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DD3B-022D-DDD5-76D0-26E59620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2E7D1-34C0-564A-75A2-BF372DA66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FE225-3606-7701-1E00-431D2495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E30B-5F68-1D43-17A0-F3E55C4F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3268-5212-8EB3-45F0-29EF9B2E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72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3E92-24EF-01DC-1BF4-B06289421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A5A58-7FE6-4580-2F08-D3DB59F16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A590-F203-AEC8-FC28-4C5726B8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10737-BA19-5866-CD7F-31457B53A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C976-4180-EB33-22B3-32182794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8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80C57-706A-5CF5-5F98-B25164FF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438B2-E07B-9D0B-3FA3-2D29DBC4F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60B99-2FBD-0825-9B93-458D530D7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B034A-B865-4C2D-A2A8-1D623984843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6291C-B049-B78D-B34E-2FD2362C8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6EE6C-EC55-07FF-5F28-D396515D1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A4D17-96E7-4A40-BC97-8EC9816B4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7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DCBF-53F7-F2C3-0EE6-96AADC52F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D85F6-42D9-A83F-5004-63D8D9915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C9A6D-A596-0848-0629-72DD54BF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3" y="444617"/>
            <a:ext cx="11590505" cy="598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2C9D-EC89-4598-4DE7-B62C973F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CE2F-FC5C-B5E1-D0F3-9DA3DF516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B55F9-872B-3ECB-B4C4-85748A839C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DF8FF-40BF-BC92-33B0-0F37AD63B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3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E63D-D0FF-4C35-2DD9-91D35FAF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F596-CAC1-ACD4-1B1A-5808955DC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B6059-728B-B8DF-F113-8BE8B5937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A2485-5515-F7B7-8E3D-FF8E2A835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BD64F3-19C4-6F1C-650E-32033E006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5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61BD-B6BD-F831-1E56-7FD50374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E348-26D8-C6F5-A77B-75E9D0658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B0BFF-956B-5FD7-2732-B2379552C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C237B-B8E3-F1D4-FDEB-15C292E8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46485-68B9-FC95-E70B-48297F8D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A4EB7-0329-E853-B786-46553C729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5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7273-3CE3-8DC4-4D8E-99C26C9B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EE23-C6FF-347B-8F06-B183BEF6A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CEAD4-5D2B-4981-FA07-B5E885340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CA9E7-7357-A88A-76F4-12F094E6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F7B55-5576-0138-4C60-A0E4F5A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08CFE-11AE-7F21-68FD-A0D2C692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02083-CD98-A734-38D8-84AD3DBDE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0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B57D-91FF-C24A-BA2B-AFBDFF9F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BACC-8CC6-0539-8BB5-2DC9CE33E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1AF9F-B4E3-D592-33F0-EC8EFD5114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A200D-D899-4AAC-BB82-8B0E9AE64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9656F-0C89-FB63-1492-A9BF0B19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7D1FF-86CE-DE4B-55F3-82389B0FC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A62456-436E-2A23-930F-4606A0E51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9ED2B5-7373-5F36-3EF2-47B71C543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2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4880-B763-70E4-81A9-90CA9DFD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A577-8FC0-6D77-1CDF-BF60693A01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F4175-A2D2-522F-B37F-507F98852C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037A1-E94C-9EC4-B5A0-06DD66FBB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32BE9-68C8-FEB9-C0E4-981543541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D5B80A-1F3E-DD9F-5605-523100814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2DCC60-6BB5-F006-8842-26453769C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D761BB-1B31-38DF-ED3B-88D71EF85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37EE45-2B5A-5E09-3252-C20373A9E9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9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7A83-7622-3769-DFD1-DF288A02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2F5E-D367-39BF-6A4C-289D0F355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8845D-A9EC-5DEB-EDCB-0A4D306D9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E8295-A617-9F36-44FC-EE9DE1F2D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22F039-CE98-01D9-2901-085C22E47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3CED3-EF87-0EEA-6219-8B84DC16D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2569C-409F-D9B8-DEB3-4A351B5FD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F9DBA9-E2C7-7D59-50C4-528E1CE1D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97E5BE-49DC-887B-E30C-8C8043157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B5A9EE-FAAC-DF7C-5945-A08F16B625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F0D0-D6DC-1659-A8F9-4F2150A7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7A23-700B-6BEA-0B58-025A78220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A0D24-86CB-D370-CCAE-DBEA995AD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89D3C-5584-EF39-D2A5-1369DA70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52D074-A7DA-4E99-6E92-E836EDD29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9ACB8-52EB-885A-4A87-4B9DCC6F3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B0D52B-0DC0-F6CA-3E20-CB8CB8E5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B7C161-E33A-E716-034E-11697B837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09F71B-EF82-DBBC-9723-4A03AFA37C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7215F5-191B-255F-57B2-EBDE23781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162347-F094-85A8-C23C-00E0C9981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535" y="1078026"/>
            <a:ext cx="9342930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1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598D-7991-401A-C074-2AD325D5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C017-0B1B-937F-C416-C173DE0A5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807C0-111B-4427-7945-382E0D96F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55AD7-4948-7207-ACD0-22C28C63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07EBA-D1B0-7C18-9EED-16E5D8124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F8A31-1B85-5570-6B64-57B3CDCB4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360D59-3D03-62C0-A51E-5E5185A24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85FED-5063-21C0-E2FD-5A5B39B14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1D7A94-2D0E-AB8B-E485-B03EB5633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D1197E-4E3B-5DBC-AE92-2B8E4B1A52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051B66-F5C3-B207-1EF8-3314147711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535" y="1078026"/>
            <a:ext cx="9342930" cy="4701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14E382-5660-47E9-B02A-06993D7387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725" y="1024681"/>
            <a:ext cx="9350550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1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2620-63C4-8A63-859E-87D3A85E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86C8-055E-682F-B909-BE8FFD6B2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A665-EF5F-61A7-AC4C-D149B0EAB7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1F7C15-D134-A999-FD34-E2B9D48F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BDEB9B-D7D3-A24F-5C82-D90D3106A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BC6D0F-FEBA-216D-1E7D-4D1D34586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E4409F-FB60-DDD2-1C02-DDC36E7B3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CA64C-5567-55AE-F97F-A9674107A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FE34C1-AAD3-740C-19DF-BD6515DB09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B64992-C395-0576-5556-AEE7F4E70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EDD8B5-67E4-444E-BA61-BA430DBDC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535" y="1078026"/>
            <a:ext cx="9342930" cy="4701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692533-7AE4-29DD-2033-F83B403E3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725" y="1024681"/>
            <a:ext cx="9350550" cy="4808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71D269-29A0-1702-5129-D837393C62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0725" y="1158043"/>
            <a:ext cx="9350550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6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F1EF-D408-7D83-5A70-8AABDEBC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2F20-CDBE-C3A9-7545-57F93B99A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00927-1F29-4D58-ACA3-29EE060D4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DB3093-60E2-0D31-8635-AB24E957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589B0-B8B6-ADDE-AB84-8F4EACE67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184B5-44E0-0939-20F3-BF5640647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A7F1BB-31E3-CBBC-CCBB-1E9407B24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002CD-DAAB-39D4-50CA-38843CAAC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98BFC8-8B95-0DFE-CA19-711E931B84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B532ED-54B3-CFD7-20FC-8F2833B95E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042081-76E0-CC16-4EF8-9B6723264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535" y="1078026"/>
            <a:ext cx="9342930" cy="4701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D89D41-E39E-B99C-1622-B453B15472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725" y="1024681"/>
            <a:ext cx="9350550" cy="4808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E312CE-14DF-B044-3C04-216BD20152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0725" y="1158043"/>
            <a:ext cx="9350550" cy="45419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569515-DB12-0B60-4B10-C7551FF8D6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7009" y="1112319"/>
            <a:ext cx="9896711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8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62E1-D05C-13B6-00E4-159D068D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3A05-1F46-DC7E-D41F-60616DFEC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F9482-53D3-1122-0954-BF5F1359A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55CC9-7773-A328-59E8-826A5E40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39" y="1055164"/>
            <a:ext cx="9487722" cy="4747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EE16D2-61A9-3869-7513-F39D67D47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3" y="1005630"/>
            <a:ext cx="9388654" cy="484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4A5F3B-BC5B-86AE-9B23-B57F2FCAD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14" y="1047543"/>
            <a:ext cx="9358171" cy="4762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2BA62E-7B5F-4B0F-F10D-063F7A46C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94" y="1009440"/>
            <a:ext cx="9373412" cy="483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9B408A-C08C-2172-2B03-B6730172A6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725" y="1020871"/>
            <a:ext cx="9350550" cy="4816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31A858-C5BA-22AF-2982-28EA668A9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966" y="1058974"/>
            <a:ext cx="9320068" cy="4740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56BA8F-ECB2-639B-76AE-1FC7F7321D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0242" y="1081836"/>
            <a:ext cx="9411516" cy="4694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5E845-2539-BF17-E43B-953F65818E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535" y="1078026"/>
            <a:ext cx="9342930" cy="4701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65040B-BFE0-1DE9-D5DA-600C731214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725" y="1024681"/>
            <a:ext cx="9350550" cy="4808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1183A3-5F2B-705D-585A-14DAC32C6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0725" y="1158043"/>
            <a:ext cx="9350550" cy="45419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1EED3B-255F-6F90-AF2B-134BC28D40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7009" y="1112319"/>
            <a:ext cx="9896711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82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jaganathan K T</dc:creator>
  <cp:lastModifiedBy>jaganathan K T</cp:lastModifiedBy>
  <cp:revision>1</cp:revision>
  <dcterms:created xsi:type="dcterms:W3CDTF">2025-09-29T10:20:18Z</dcterms:created>
  <dcterms:modified xsi:type="dcterms:W3CDTF">2025-09-29T10:36:00Z</dcterms:modified>
</cp:coreProperties>
</file>